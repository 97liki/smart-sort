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2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43751-292F-6C61-249F-BA768B5485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660EC1-3EE5-1902-46C3-76A35C8324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244295-0F9B-09A3-CB60-421E64E34039}"/>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5" name="Footer Placeholder 4">
            <a:extLst>
              <a:ext uri="{FF2B5EF4-FFF2-40B4-BE49-F238E27FC236}">
                <a16:creationId xmlns:a16="http://schemas.microsoft.com/office/drawing/2014/main" id="{AABAFE27-107B-03B3-2C79-86B4665985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23C649-BFC6-A46E-8C69-7B5B5D151110}"/>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2379526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93F6-31C8-EA1F-405A-C12E6F48C6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C0095A-8D25-F4C2-50BE-68DED8239D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DD3C22-1459-150E-B234-1F387E4C32C8}"/>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5" name="Footer Placeholder 4">
            <a:extLst>
              <a:ext uri="{FF2B5EF4-FFF2-40B4-BE49-F238E27FC236}">
                <a16:creationId xmlns:a16="http://schemas.microsoft.com/office/drawing/2014/main" id="{38E99264-A97B-6ACC-994E-3C73607937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B9B0E7-CCB0-DB2B-DACA-DBBB0D1FA36E}"/>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1006470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1DC65-1E58-E229-63FE-58FAC6C3E8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45CE27-D112-6119-6AFC-AB80451B70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C22942-71CE-8D00-EB4B-011DBD707B78}"/>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5" name="Footer Placeholder 4">
            <a:extLst>
              <a:ext uri="{FF2B5EF4-FFF2-40B4-BE49-F238E27FC236}">
                <a16:creationId xmlns:a16="http://schemas.microsoft.com/office/drawing/2014/main" id="{4649BEA7-7746-EAFF-1DB9-254CCAC03E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70D76-3BA6-C86A-C8F2-F59B02DC03A1}"/>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2889037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594D4-7F77-E5DA-80A3-CA3A29214A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22C9D6-9773-AAE8-6DD9-481DD73E9B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740FC8-C612-E92F-35C1-CB1857FFF7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73C9528-3C50-1E9C-A623-D42BC75D234B}"/>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6" name="Footer Placeholder 5">
            <a:extLst>
              <a:ext uri="{FF2B5EF4-FFF2-40B4-BE49-F238E27FC236}">
                <a16:creationId xmlns:a16="http://schemas.microsoft.com/office/drawing/2014/main" id="{CCD3ACC0-33EC-352E-72C6-667F9210DC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B342B9-EA0D-CD88-7078-CC91A9EE166C}"/>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75374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1E519-0DBE-81E3-017A-74E061D3C5D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E21A3C-4CAF-8E25-C150-883D1F65D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12CF98-EE42-18DF-794B-71AFB7EF1C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15536C-7D26-EBCF-568D-64E7394DA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E807D5-963B-FB3E-21A7-895E659CD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A7A8DBB-E92D-E28C-FF3A-5573FBD5C12A}"/>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8" name="Footer Placeholder 7">
            <a:extLst>
              <a:ext uri="{FF2B5EF4-FFF2-40B4-BE49-F238E27FC236}">
                <a16:creationId xmlns:a16="http://schemas.microsoft.com/office/drawing/2014/main" id="{29CCD8F0-63D3-A758-8FFF-A5E05AFF42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D0E982-A1BF-97F7-6188-9E1BE3F71A96}"/>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429026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FC34-8D5E-FF35-8099-33DCFF246EF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69C15ED-4E92-1F3F-D093-39120C0D5905}"/>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4" name="Footer Placeholder 3">
            <a:extLst>
              <a:ext uri="{FF2B5EF4-FFF2-40B4-BE49-F238E27FC236}">
                <a16:creationId xmlns:a16="http://schemas.microsoft.com/office/drawing/2014/main" id="{67222CF8-5A7D-5BC8-B759-3F381B8843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66C090-5A08-D43F-2BB7-B2D9B13D85D6}"/>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1502461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4FB59C-17D9-2FD3-0F04-F5EAFB4B0A39}"/>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3" name="Footer Placeholder 2">
            <a:extLst>
              <a:ext uri="{FF2B5EF4-FFF2-40B4-BE49-F238E27FC236}">
                <a16:creationId xmlns:a16="http://schemas.microsoft.com/office/drawing/2014/main" id="{042E72BC-DA8A-E132-48DD-F911809FF24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14C82A-F458-5B68-18BA-EDC607F92EE5}"/>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2550331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05352-4DA0-1143-20D9-10A5B3873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9C8C7D-DEBE-1E82-0A47-2AADE413F7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0A2132-70C5-0721-4C1D-49716136DD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D2D22C-ABE9-31B2-4899-B1AE2F2A7A63}"/>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6" name="Footer Placeholder 5">
            <a:extLst>
              <a:ext uri="{FF2B5EF4-FFF2-40B4-BE49-F238E27FC236}">
                <a16:creationId xmlns:a16="http://schemas.microsoft.com/office/drawing/2014/main" id="{049CC95C-CE0F-188E-A535-904459205E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1F1466-BB7C-2D81-0DEC-6CC7639A023E}"/>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1548654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E55F8-0CA0-3647-1344-7FCC9C3572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49D328-F7CC-5EB1-C67E-D3110DE73A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70A6DC-3CC4-3812-C986-0AEB0A99B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49070-7B34-4775-D197-4213111E0BB1}"/>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6" name="Footer Placeholder 5">
            <a:extLst>
              <a:ext uri="{FF2B5EF4-FFF2-40B4-BE49-F238E27FC236}">
                <a16:creationId xmlns:a16="http://schemas.microsoft.com/office/drawing/2014/main" id="{1F2AC5A6-899E-5EF3-EF0C-862111E5C1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438F3E-238C-D017-C26C-D3DD565681AD}"/>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247228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543BB-CB93-CC74-885B-A9981FA69E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358411-3FD6-E47D-75CB-9D3A957972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10050-92C4-38C6-A386-9338B3EDA0B0}"/>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5" name="Footer Placeholder 4">
            <a:extLst>
              <a:ext uri="{FF2B5EF4-FFF2-40B4-BE49-F238E27FC236}">
                <a16:creationId xmlns:a16="http://schemas.microsoft.com/office/drawing/2014/main" id="{36CD36B1-625F-F96B-C193-C20A406773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3F63F6-2BDA-13C7-544C-875E30D1F0F7}"/>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2630333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8044B9-8B1B-C2B7-3A29-0773747217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E726BD-0BD9-80E1-5037-05D001D64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1BF90C-3A9B-1C08-8F8A-69A6A8D1F390}"/>
              </a:ext>
            </a:extLst>
          </p:cNvPr>
          <p:cNvSpPr>
            <a:spLocks noGrp="1"/>
          </p:cNvSpPr>
          <p:nvPr>
            <p:ph type="dt" sz="half" idx="10"/>
          </p:nvPr>
        </p:nvSpPr>
        <p:spPr/>
        <p:txBody>
          <a:bodyPr/>
          <a:lstStyle/>
          <a:p>
            <a:fld id="{8ACED4E7-846D-42A2-A14C-21303C0EF928}" type="datetimeFigureOut">
              <a:rPr lang="en-IN" smtClean="0"/>
              <a:t>08-12-2022</a:t>
            </a:fld>
            <a:endParaRPr lang="en-IN"/>
          </a:p>
        </p:txBody>
      </p:sp>
      <p:sp>
        <p:nvSpPr>
          <p:cNvPr id="5" name="Footer Placeholder 4">
            <a:extLst>
              <a:ext uri="{FF2B5EF4-FFF2-40B4-BE49-F238E27FC236}">
                <a16:creationId xmlns:a16="http://schemas.microsoft.com/office/drawing/2014/main" id="{53E24C00-4542-3EC5-CE02-A0256231F8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588389-D883-1C93-FD03-32AE39AF79CB}"/>
              </a:ext>
            </a:extLst>
          </p:cNvPr>
          <p:cNvSpPr>
            <a:spLocks noGrp="1"/>
          </p:cNvSpPr>
          <p:nvPr>
            <p:ph type="sldNum" sz="quarter" idx="12"/>
          </p:nvPr>
        </p:nvSpPr>
        <p:spPr/>
        <p:txBody>
          <a:bodyPr/>
          <a:lstStyle/>
          <a:p>
            <a:fld id="{89739E42-CE48-453E-A7E9-E0170BEA9254}" type="slidenum">
              <a:rPr lang="en-IN" smtClean="0"/>
              <a:t>‹#›</a:t>
            </a:fld>
            <a:endParaRPr lang="en-IN"/>
          </a:p>
        </p:txBody>
      </p:sp>
    </p:spTree>
    <p:extLst>
      <p:ext uri="{BB962C8B-B14F-4D97-AF65-F5344CB8AC3E}">
        <p14:creationId xmlns:p14="http://schemas.microsoft.com/office/powerpoint/2010/main" val="2924076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329662-5837-945B-2F30-F3F904FDC8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FC5AA9-9567-006D-EAA3-6080CAC02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7C1155-F35B-8E09-E4AE-58E44D45CF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CED4E7-846D-42A2-A14C-21303C0EF928}" type="datetimeFigureOut">
              <a:rPr lang="en-IN" smtClean="0"/>
              <a:t>08-12-2022</a:t>
            </a:fld>
            <a:endParaRPr lang="en-IN"/>
          </a:p>
        </p:txBody>
      </p:sp>
      <p:sp>
        <p:nvSpPr>
          <p:cNvPr id="5" name="Footer Placeholder 4">
            <a:extLst>
              <a:ext uri="{FF2B5EF4-FFF2-40B4-BE49-F238E27FC236}">
                <a16:creationId xmlns:a16="http://schemas.microsoft.com/office/drawing/2014/main" id="{A4C492DB-C2B4-0246-DC9F-0BC45690F9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502C14-A39A-10AC-1CCE-1690B608AB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739E42-CE48-453E-A7E9-E0170BEA9254}" type="slidenum">
              <a:rPr lang="en-IN" smtClean="0"/>
              <a:t>‹#›</a:t>
            </a:fld>
            <a:endParaRPr lang="en-IN"/>
          </a:p>
        </p:txBody>
      </p:sp>
    </p:spTree>
    <p:extLst>
      <p:ext uri="{BB962C8B-B14F-4D97-AF65-F5344CB8AC3E}">
        <p14:creationId xmlns:p14="http://schemas.microsoft.com/office/powerpoint/2010/main" val="2258209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35CE-00F3-5954-8D67-04CAA9F35266}"/>
              </a:ext>
            </a:extLst>
          </p:cNvPr>
          <p:cNvSpPr>
            <a:spLocks noGrp="1"/>
          </p:cNvSpPr>
          <p:nvPr>
            <p:ph type="ctrTitle"/>
          </p:nvPr>
        </p:nvSpPr>
        <p:spPr>
          <a:xfrm>
            <a:off x="830424" y="139959"/>
            <a:ext cx="9837576" cy="982404"/>
          </a:xfrm>
        </p:spPr>
        <p:txBody>
          <a:bodyPr>
            <a:normAutofit fontScale="90000"/>
          </a:bodyPr>
          <a:lstStyle/>
          <a:p>
            <a:r>
              <a:rPr lang="en-IN" sz="4400" dirty="0">
                <a:latin typeface="Eras Bold ITC" panose="020B0907030504020204" pitchFamily="34" charset="0"/>
              </a:rPr>
              <a:t>         ABSTRACT</a:t>
            </a:r>
            <a:br>
              <a:rPr lang="en-IN" sz="4400" dirty="0">
                <a:latin typeface="Bahnschrift SemiLight Condensed" panose="020B0502040204020203" pitchFamily="34" charset="0"/>
              </a:rPr>
            </a:br>
            <a:r>
              <a:rPr lang="en-IN" sz="4400" dirty="0">
                <a:latin typeface="Bahnschrift SemiLight Condensed" panose="020B0502040204020203" pitchFamily="34" charset="0"/>
              </a:rPr>
              <a:t>          Effective Waste Management</a:t>
            </a:r>
          </a:p>
        </p:txBody>
      </p:sp>
      <p:sp>
        <p:nvSpPr>
          <p:cNvPr id="3" name="Subtitle 2">
            <a:extLst>
              <a:ext uri="{FF2B5EF4-FFF2-40B4-BE49-F238E27FC236}">
                <a16:creationId xmlns:a16="http://schemas.microsoft.com/office/drawing/2014/main" id="{F14B6F69-9079-7228-1512-EC4E80D48241}"/>
              </a:ext>
            </a:extLst>
          </p:cNvPr>
          <p:cNvSpPr>
            <a:spLocks noGrp="1"/>
          </p:cNvSpPr>
          <p:nvPr>
            <p:ph type="subTitle" idx="1"/>
          </p:nvPr>
        </p:nvSpPr>
        <p:spPr>
          <a:xfrm>
            <a:off x="1471126" y="1122363"/>
            <a:ext cx="9700728" cy="2216020"/>
          </a:xfrm>
        </p:spPr>
        <p:txBody>
          <a:bodyPr>
            <a:normAutofit fontScale="25000" lnSpcReduction="20000"/>
          </a:bodyPr>
          <a:lstStyle/>
          <a:p>
            <a:r>
              <a:rPr lang="en-IN" dirty="0"/>
              <a:t>--</a:t>
            </a:r>
            <a:r>
              <a:rPr lang="en-IN" sz="9600" dirty="0">
                <a:latin typeface="Bahnschrift SemiCondensed" panose="020B0502040204020203" pitchFamily="34" charset="0"/>
              </a:rPr>
              <a:t>SUSTAINABILITY</a:t>
            </a:r>
          </a:p>
          <a:p>
            <a:r>
              <a:rPr lang="en-IN" sz="7200" dirty="0">
                <a:latin typeface="Bradley Hand ITC" panose="03070402050302030203" pitchFamily="66" charset="0"/>
              </a:rPr>
              <a:t>PROBLEM-</a:t>
            </a:r>
            <a:r>
              <a:rPr lang="en-IN" sz="7200" dirty="0">
                <a:latin typeface="Garamond" panose="02020404030301010803" pitchFamily="18" charset="0"/>
              </a:rPr>
              <a:t>The increased population increases the waste generation. This puts pressure on waste management facilities, which are already in short supply.</a:t>
            </a:r>
          </a:p>
          <a:p>
            <a:r>
              <a:rPr lang="en-IN" sz="7200" dirty="0">
                <a:latin typeface="Bradley Hand ITC" panose="03070402050302030203" pitchFamily="66" charset="0"/>
              </a:rPr>
              <a:t>SOLUTION-</a:t>
            </a:r>
            <a:r>
              <a:rPr lang="en-IN" sz="7200" dirty="0">
                <a:latin typeface="Garamond" panose="02020404030301010803" pitchFamily="18" charset="0"/>
              </a:rPr>
              <a:t>Automate most parts of a waste management cycle. From source to recycling unit with proper trackage of waste.</a:t>
            </a:r>
          </a:p>
          <a:p>
            <a:r>
              <a:rPr lang="en-IN" sz="7200" dirty="0">
                <a:latin typeface="Bradley Hand ITC" panose="03070402050302030203" pitchFamily="66" charset="0"/>
              </a:rPr>
              <a:t>WASTO-</a:t>
            </a:r>
            <a:r>
              <a:rPr lang="en-IN" sz="7200" dirty="0">
                <a:latin typeface="Garamond" panose="02020404030301010803" pitchFamily="18" charset="0"/>
              </a:rPr>
              <a:t>We are an organisation for better waste management in society. We develop an ML algorithm to detect and segregate the waste according to organic, non-biodegradable and recycling products. We can also develop a website &amp;app prototype to track the waste from source to recycling unit and designed in a way to improve the situation of waste management units to control the waste and recycle more products.</a:t>
            </a:r>
          </a:p>
          <a:p>
            <a:r>
              <a:rPr lang="en-IN" sz="7200" dirty="0">
                <a:latin typeface="Bradley Hand ITC" panose="03070402050302030203" pitchFamily="66" charset="0"/>
              </a:rPr>
              <a:t>METHODOLOGY-</a:t>
            </a:r>
            <a:r>
              <a:rPr lang="en-IN" sz="7200" dirty="0">
                <a:latin typeface="Garamond" panose="02020404030301010803" pitchFamily="18" charset="0"/>
              </a:rPr>
              <a:t>Tracking of filling of busy dustbins using Arduino sensors and passing the information to authorities about the complete filling of the dustbin and replacing it with spare dustbin, which leads to contact with the waste collectors to transfer the waste to bigger dustbins.. An alert notification will be sent to truck drivers if it is full to collect the waste and takes it to the Waste segregation plant. The wet waste is dried up using the bowler and heat. The dry waste is put on a conveyor belt. Our ML model comes into play here.ML model identifies the types of waste of each item moving over the belt. False alarms are created when the ML model couldn’t predict the item. Man power is required to act on decide which part it should be proceeded. The ML model decides which side should the waste item go.</a:t>
            </a:r>
          </a:p>
          <a:p>
            <a:r>
              <a:rPr lang="en-IN" sz="7200" dirty="0">
                <a:latin typeface="Garamond" panose="02020404030301010803" pitchFamily="18" charset="0"/>
              </a:rPr>
              <a:t>Our ML model will keep a record of all the wastes which is collected from the institute and will provide a stats of how much waste is recycled. Also it sends the stats to the institute login on our website where they get the stats: Also the awareness stating to use less plastic if the quantity is more than certain  amount. Money will be awarded monthly to the authorities on the basic of the quantity and type of waste they generated which is kind of encouraging and motivating .</a:t>
            </a:r>
          </a:p>
          <a:p>
            <a:r>
              <a:rPr lang="en-IN" sz="7200" dirty="0">
                <a:latin typeface="Garamond" panose="02020404030301010803" pitchFamily="18" charset="0"/>
              </a:rPr>
              <a:t>NAME: K.LIKITHA            A.NIDHISHAA</a:t>
            </a:r>
          </a:p>
          <a:p>
            <a:r>
              <a:rPr lang="en-IN" sz="7200" dirty="0">
                <a:latin typeface="Garamond" panose="02020404030301010803" pitchFamily="18" charset="0"/>
              </a:rPr>
              <a:t>ROLL NO: 22321A1242         22321A1258</a:t>
            </a:r>
          </a:p>
          <a:p>
            <a:r>
              <a:rPr lang="en-IN" sz="7200" dirty="0">
                <a:latin typeface="Garamond" panose="02020404030301010803" pitchFamily="18" charset="0"/>
              </a:rPr>
              <a:t>BRANCH:IT-A</a:t>
            </a:r>
          </a:p>
          <a:p>
            <a:r>
              <a:rPr lang="en-IN" sz="7200" dirty="0">
                <a:latin typeface="Garamond" panose="02020404030301010803" pitchFamily="18" charset="0"/>
              </a:rPr>
              <a:t>PHONE NO:9441850304,7386228684</a:t>
            </a:r>
          </a:p>
          <a:p>
            <a:endParaRPr lang="en-IN" sz="7200" dirty="0">
              <a:latin typeface="Bradley Hand ITC" panose="03070402050302030203" pitchFamily="66" charset="0"/>
            </a:endParaRPr>
          </a:p>
        </p:txBody>
      </p:sp>
    </p:spTree>
    <p:extLst>
      <p:ext uri="{BB962C8B-B14F-4D97-AF65-F5344CB8AC3E}">
        <p14:creationId xmlns:p14="http://schemas.microsoft.com/office/powerpoint/2010/main" val="3114882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391</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Bahnschrift SemiCondensed</vt:lpstr>
      <vt:lpstr>Bahnschrift SemiLight Condensed</vt:lpstr>
      <vt:lpstr>Bradley Hand ITC</vt:lpstr>
      <vt:lpstr>Calibri</vt:lpstr>
      <vt:lpstr>Calibri Light</vt:lpstr>
      <vt:lpstr>Eras Bold ITC</vt:lpstr>
      <vt:lpstr>Garamond</vt:lpstr>
      <vt:lpstr>Office Theme</vt:lpstr>
      <vt:lpstr>         ABSTRACT           Effective Waste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ABSTRACT           Effective Waste Management</dc:title>
  <dc:creator>likitha0508@outlook.com</dc:creator>
  <cp:lastModifiedBy>likitha0508@outlook.com</cp:lastModifiedBy>
  <cp:revision>1</cp:revision>
  <dcterms:created xsi:type="dcterms:W3CDTF">2022-12-08T16:55:31Z</dcterms:created>
  <dcterms:modified xsi:type="dcterms:W3CDTF">2022-12-08T16:55:42Z</dcterms:modified>
</cp:coreProperties>
</file>